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nl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B6089D9-983F-7864-F4DB-FC2C6751B5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14F5BF02-67CD-1629-AFDE-00CAA5B5D3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B697CAA3-E180-AC2B-115C-C1BE363372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55298-4DEF-457A-932C-409C23D0275A}" type="datetimeFigureOut">
              <a:rPr lang="nl-BE" smtClean="0"/>
              <a:t>13/05/2025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975C784F-E658-B547-A87A-3E2B83AB54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2C90FA20-0127-54EE-173C-F096ABCA48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5B261-9610-4886-A001-B4BF944DCB47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6424178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5DA1263-4E49-2614-E83A-4BA2E9B469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50B998A4-D6F6-183C-C0C5-3FEC84C3B8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D7383D4E-FA2A-0C63-78E1-257ED03ADA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55298-4DEF-457A-932C-409C23D0275A}" type="datetimeFigureOut">
              <a:rPr lang="nl-BE" smtClean="0"/>
              <a:t>13/05/2025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058793BA-7AB0-6A68-0CFF-190A6C2C5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31462F93-5AD1-C528-5971-3BA7CCFBA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5B261-9610-4886-A001-B4BF944DCB47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3651261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53B05FD-E8C1-D471-1FF2-1C95902EE4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2589F7D4-3327-8CFE-F2BD-3A9D75977E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155AAC82-D75D-EE0C-7C92-4E874FBDD4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55298-4DEF-457A-932C-409C23D0275A}" type="datetimeFigureOut">
              <a:rPr lang="nl-BE" smtClean="0"/>
              <a:t>13/05/2025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118A90AD-B784-3009-A335-9F48998A03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CF206579-6B1C-1032-93CB-E5A3CB6520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5B261-9610-4886-A001-B4BF944DCB47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8299621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B74FE52-A3F0-2A4A-AEF1-79F14A1724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A0D50D2C-2591-270D-2223-AA4E842740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665FDEB4-D5DE-81F2-A780-274EC49F7F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66635D4D-DB15-49B4-697D-756D9FFA52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55298-4DEF-457A-932C-409C23D0275A}" type="datetimeFigureOut">
              <a:rPr lang="nl-BE" smtClean="0"/>
              <a:t>13/05/2025</a:t>
            </a:fld>
            <a:endParaRPr lang="nl-BE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0B35361F-5E4A-048A-9AF6-59E15C51F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339B902D-A357-6BB2-7859-F706F48EE2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5B261-9610-4886-A001-B4BF944DCB47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1431532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DD4ACE2-413F-7863-7E9A-05413C4FC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170C6BF3-03F4-2D59-D92A-B1691E5022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A871AA36-8BFB-8A7A-5FFF-9A03FA4D4D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4AD2F84A-5EFE-28AA-5606-4916A84E69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C703724D-42DB-2EFD-0181-A94AEE55E6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26FD66EE-E623-435C-30B3-B6CEE4E346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55298-4DEF-457A-932C-409C23D0275A}" type="datetimeFigureOut">
              <a:rPr lang="nl-BE" smtClean="0"/>
              <a:t>13/05/2025</a:t>
            </a:fld>
            <a:endParaRPr lang="nl-BE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EF7C8383-E933-B4FF-FA31-9D06CA6120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8E6532E0-DC71-CF2D-C691-FE64F16F9A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5B261-9610-4886-A001-B4BF944DCB47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4169141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DCC2D1A-90C0-D3C9-6C80-5B16AF01A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6FB0B182-BEC4-D6A3-5BD4-0A57CB5117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55298-4DEF-457A-932C-409C23D0275A}" type="datetimeFigureOut">
              <a:rPr lang="nl-BE" smtClean="0"/>
              <a:t>13/05/2025</a:t>
            </a:fld>
            <a:endParaRPr lang="nl-BE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82A98A40-2778-AB99-4D08-CC7CBDECEB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94ED1C3D-CCDA-5F96-5AA1-3B0E4010F2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5B261-9610-4886-A001-B4BF944DCB47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7889945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1C451747-4AE2-5B6C-0D44-F28BDFBCEA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55298-4DEF-457A-932C-409C23D0275A}" type="datetimeFigureOut">
              <a:rPr lang="nl-BE" smtClean="0"/>
              <a:t>13/05/2025</a:t>
            </a:fld>
            <a:endParaRPr lang="nl-BE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DD8B14CC-D74F-B6FC-163F-5510E8E50B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492C7F80-F5DF-4154-6277-60ABAEE47C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5B261-9610-4886-A001-B4BF944DCB47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5272558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46BBE28-69AF-A523-FC3D-4B91EEEDE1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598911E9-3BA8-9FAF-219B-2CA528C057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51D69F0A-1FDD-80B4-081B-687A9B269D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B6EE0AD8-5EAE-0E5F-D871-DE8BD4C0F6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55298-4DEF-457A-932C-409C23D0275A}" type="datetimeFigureOut">
              <a:rPr lang="nl-BE" smtClean="0"/>
              <a:t>13/05/2025</a:t>
            </a:fld>
            <a:endParaRPr lang="nl-BE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F23EC3B5-773A-E2DD-BBF5-75D2C2CA5F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58D51A4A-0B8F-064D-441F-5FD0DBBD11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5B261-9610-4886-A001-B4BF944DCB47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587010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EE03141-584C-734A-8E36-22A3F6F0F1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051154F2-F3E4-9542-E773-CE0A6D84277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BE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1AA90F4E-A0E0-AE33-B304-E55D9A2363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41F949CF-5AC0-7C40-C76A-D4AD495A8D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55298-4DEF-457A-932C-409C23D0275A}" type="datetimeFigureOut">
              <a:rPr lang="nl-BE" smtClean="0"/>
              <a:t>13/05/2025</a:t>
            </a:fld>
            <a:endParaRPr lang="nl-BE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81172CBE-173E-5054-24D1-9B53151646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10A7CF49-A49F-21DA-B35C-80D6B1B88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5B261-9610-4886-A001-B4BF944DCB47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8571114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C18EA4D-B737-CEB1-E19E-7DF99A7DE6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3265CC19-947F-A284-91B6-01E5E7715F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036AC87D-E769-AE32-47FD-28B8FB4C1D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55298-4DEF-457A-932C-409C23D0275A}" type="datetimeFigureOut">
              <a:rPr lang="nl-BE" smtClean="0"/>
              <a:t>13/05/2025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935BB8C6-8359-AC45-A8E7-7FC4D816B8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24DBA5CE-FD22-D67D-B2DA-61B221FD2A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5B261-9610-4886-A001-B4BF944DCB47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4049253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>
            <a:extLst>
              <a:ext uri="{FF2B5EF4-FFF2-40B4-BE49-F238E27FC236}">
                <a16:creationId xmlns:a16="http://schemas.microsoft.com/office/drawing/2014/main" id="{81C5F276-BBF9-C6AC-8838-1CE7CE8E15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979D9EA2-93B0-A8F6-6049-51684571F3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2BD24437-536F-7374-8971-7A319D3B2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55298-4DEF-457A-932C-409C23D0275A}" type="datetimeFigureOut">
              <a:rPr lang="nl-BE" smtClean="0"/>
              <a:t>13/05/2025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53631BCF-09E2-F956-FA89-D950B5E1D9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B211A72A-A806-BC2D-3085-947D615EB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5B261-9610-4886-A001-B4BF944DCB47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1070873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4CDF3C9-2E03-20BA-C08E-76D62C546C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EC0E5352-914D-49C3-DAD0-484CFAF012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C4A4D705-AF95-257D-C6C0-E555BDF8E3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55298-4DEF-457A-932C-409C23D0275A}" type="datetimeFigureOut">
              <a:rPr lang="nl-BE" smtClean="0"/>
              <a:t>13/05/2025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B1F8D2B-B9C6-29CA-865E-D053F8C51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B5C81686-1AE1-ED5D-16B5-195AB2EAE3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5B261-9610-4886-A001-B4BF944DCB47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9435772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5394DDAE-0ACA-FC77-8D80-78A09F1D8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BEF6B39E-4410-A908-A187-17D6033643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B2365A71-3649-628E-CCED-EE0CF63F37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B255298-4DEF-457A-932C-409C23D0275A}" type="datetimeFigureOut">
              <a:rPr lang="nl-BE" smtClean="0"/>
              <a:t>13/05/2025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014098AF-E9C7-9AD3-2209-2A0CB50D32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D3FDE33F-C790-3C00-E433-5F9A1DC376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75B261-9610-4886-A001-B4BF944DCB47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011192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34F1179-B481-4F9E-BCA3-AFB972070F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07464EF-EACB-A58B-C673-E75674AC84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5241" y="1008993"/>
            <a:ext cx="9231410" cy="3542045"/>
          </a:xfrm>
        </p:spPr>
        <p:txBody>
          <a:bodyPr anchor="b">
            <a:normAutofit/>
          </a:bodyPr>
          <a:lstStyle/>
          <a:p>
            <a:pPr algn="l"/>
            <a:r>
              <a:rPr lang="en-US" sz="10600">
                <a:ln w="22225">
                  <a:solidFill>
                    <a:schemeClr val="tx1"/>
                  </a:solidFill>
                  <a:miter lim="800000"/>
                </a:ln>
              </a:rPr>
              <a:t>Spot 'n Shot Status Update 2</a:t>
            </a:r>
            <a:endParaRPr lang="nl-BE" sz="10600">
              <a:ln w="22225">
                <a:solidFill>
                  <a:schemeClr val="tx1"/>
                </a:solidFill>
                <a:miter lim="800000"/>
              </a:ln>
            </a:endParaRP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D0EB9A7E-BD1F-3C2C-DE73-A88FCA472F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5241" y="4582814"/>
            <a:ext cx="7132335" cy="1312657"/>
          </a:xfrm>
        </p:spPr>
        <p:txBody>
          <a:bodyPr anchor="t">
            <a:normAutofit/>
          </a:bodyPr>
          <a:lstStyle/>
          <a:p>
            <a:pPr algn="l"/>
            <a:r>
              <a:rPr lang="nl-BE"/>
              <a:t>Teamleden: Axel, Bjarni, Niels &amp; Robert | Datum: 14/05/2025</a:t>
            </a:r>
          </a:p>
        </p:txBody>
      </p:sp>
    </p:spTree>
    <p:extLst>
      <p:ext uri="{BB962C8B-B14F-4D97-AF65-F5344CB8AC3E}">
        <p14:creationId xmlns:p14="http://schemas.microsoft.com/office/powerpoint/2010/main" val="37269609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2" name="Rectangle 201">
            <a:extLst>
              <a:ext uri="{FF2B5EF4-FFF2-40B4-BE49-F238E27FC236}">
                <a16:creationId xmlns:a16="http://schemas.microsoft.com/office/drawing/2014/main" id="{934F1179-B481-4F9E-BCA3-AFB972070F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4" name="Right Triangle 203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6" name="Rectangle 205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F311A75-C480-7C6E-B7F4-C6582B8141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241" y="1008993"/>
            <a:ext cx="9231410" cy="354204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10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Projectoverzicht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4B670BA2-30BD-9EC2-CBB4-111E407122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85241" y="4582814"/>
            <a:ext cx="7132335" cy="131265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4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Korte beschrijving van het project en doelstellingen.</a:t>
            </a:r>
          </a:p>
        </p:txBody>
      </p:sp>
    </p:spTree>
    <p:extLst>
      <p:ext uri="{BB962C8B-B14F-4D97-AF65-F5344CB8AC3E}">
        <p14:creationId xmlns:p14="http://schemas.microsoft.com/office/powerpoint/2010/main" val="20190882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24">
            <a:extLst>
              <a:ext uri="{FF2B5EF4-FFF2-40B4-BE49-F238E27FC236}">
                <a16:creationId xmlns:a16="http://schemas.microsoft.com/office/drawing/2014/main" id="{879EECFE-814E-4B68-96A7-86A795BD22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Freeform: Shape 26">
            <a:extLst>
              <a:ext uri="{FF2B5EF4-FFF2-40B4-BE49-F238E27FC236}">
                <a16:creationId xmlns:a16="http://schemas.microsoft.com/office/drawing/2014/main" id="{4742AC8B-F7F8-45CC-BFF5-27E8A564B8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44662" y="323519"/>
            <a:ext cx="4323899" cy="6212748"/>
          </a:xfrm>
          <a:custGeom>
            <a:avLst/>
            <a:gdLst>
              <a:gd name="connsiteX0" fmla="*/ 0 w 4323899"/>
              <a:gd name="connsiteY0" fmla="*/ 0 h 6212748"/>
              <a:gd name="connsiteX1" fmla="*/ 742501 w 4323899"/>
              <a:gd name="connsiteY1" fmla="*/ 0 h 6212748"/>
              <a:gd name="connsiteX2" fmla="*/ 4323899 w 4323899"/>
              <a:gd name="connsiteY2" fmla="*/ 0 h 6212748"/>
              <a:gd name="connsiteX3" fmla="*/ 4323899 w 4323899"/>
              <a:gd name="connsiteY3" fmla="*/ 2864954 h 6212748"/>
              <a:gd name="connsiteX4" fmla="*/ 880454 w 4323899"/>
              <a:gd name="connsiteY4" fmla="*/ 6212748 h 6212748"/>
              <a:gd name="connsiteX5" fmla="*/ 0 w 4323899"/>
              <a:gd name="connsiteY5" fmla="*/ 6212748 h 6212748"/>
              <a:gd name="connsiteX6" fmla="*/ 0 w 4323899"/>
              <a:gd name="connsiteY6" fmla="*/ 6210962 h 6212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23899" h="6212748">
                <a:moveTo>
                  <a:pt x="0" y="0"/>
                </a:moveTo>
                <a:lnTo>
                  <a:pt x="742501" y="0"/>
                </a:lnTo>
                <a:lnTo>
                  <a:pt x="4323899" y="0"/>
                </a:lnTo>
                <a:lnTo>
                  <a:pt x="4323899" y="2864954"/>
                </a:lnTo>
                <a:lnTo>
                  <a:pt x="880454" y="6212748"/>
                </a:lnTo>
                <a:lnTo>
                  <a:pt x="0" y="6212748"/>
                </a:lnTo>
                <a:lnTo>
                  <a:pt x="0" y="6210962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5" name="Right Triangle 28">
            <a:extLst>
              <a:ext uri="{FF2B5EF4-FFF2-40B4-BE49-F238E27FC236}">
                <a16:creationId xmlns:a16="http://schemas.microsoft.com/office/drawing/2014/main" id="{AF180F00-B4B2-4196-BB1C-ECD21B03F0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Rectangle 30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5CB3EC2-3CEA-73E5-24B8-55C19B6732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200" y="1383527"/>
            <a:ext cx="6117158" cy="417516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9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Voortgang tot nu toe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B95B5DAB-4FAB-81FB-E3D0-0B9938BD61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013517" y="2671638"/>
            <a:ext cx="3086502" cy="159894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24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Belangrijkste mijlpalen en functionaliteiten.</a:t>
            </a:r>
          </a:p>
        </p:txBody>
      </p:sp>
    </p:spTree>
    <p:extLst>
      <p:ext uri="{BB962C8B-B14F-4D97-AF65-F5344CB8AC3E}">
        <p14:creationId xmlns:p14="http://schemas.microsoft.com/office/powerpoint/2010/main" val="8662960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2" name="Rectangle 41">
            <a:extLst>
              <a:ext uri="{FF2B5EF4-FFF2-40B4-BE49-F238E27FC236}">
                <a16:creationId xmlns:a16="http://schemas.microsoft.com/office/drawing/2014/main" id="{879EECFE-814E-4B68-96A7-86A795BD22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ight Triangle 43">
            <a:extLst>
              <a:ext uri="{FF2B5EF4-FFF2-40B4-BE49-F238E27FC236}">
                <a16:creationId xmlns:a16="http://schemas.microsoft.com/office/drawing/2014/main" id="{AF180F00-B4B2-4196-BB1C-ECD21B03F0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FB0993D-90CB-94EB-C25D-A5BF2E075F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200" y="1383527"/>
            <a:ext cx="6117158" cy="417516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7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Demonstraties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D9E459AB-934B-2088-E656-EADCD39390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986955" y="2573422"/>
            <a:ext cx="3113064" cy="179537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24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Live demo of screenshots.</a:t>
            </a: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BDF0D3DE-EC74-4C9F-AFA1-DC5CE5236B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53465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15211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6" name="Rectangle 37">
            <a:extLst>
              <a:ext uri="{FF2B5EF4-FFF2-40B4-BE49-F238E27FC236}">
                <a16:creationId xmlns:a16="http://schemas.microsoft.com/office/drawing/2014/main" id="{934F1179-B481-4F9E-BCA3-AFB972070F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ight Triangle 39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8" name="Rectangle 41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7C9A880-8099-D171-3388-39B41FC59E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241" y="1008993"/>
            <a:ext cx="9231410" cy="354204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115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Uitdagingen en oplossingen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166270BD-33C5-0CBE-C52B-21BA44D950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85241" y="4582814"/>
            <a:ext cx="7132335" cy="131265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4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Obstakels en hoe ze zijn opgelost.</a:t>
            </a:r>
          </a:p>
        </p:txBody>
      </p:sp>
    </p:spTree>
    <p:extLst>
      <p:ext uri="{BB962C8B-B14F-4D97-AF65-F5344CB8AC3E}">
        <p14:creationId xmlns:p14="http://schemas.microsoft.com/office/powerpoint/2010/main" val="29848439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4" name="Rectangle 35">
            <a:extLst>
              <a:ext uri="{FF2B5EF4-FFF2-40B4-BE49-F238E27FC236}">
                <a16:creationId xmlns:a16="http://schemas.microsoft.com/office/drawing/2014/main" id="{879EECFE-814E-4B68-96A7-86A795BD22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Freeform: Shape 37">
            <a:extLst>
              <a:ext uri="{FF2B5EF4-FFF2-40B4-BE49-F238E27FC236}">
                <a16:creationId xmlns:a16="http://schemas.microsoft.com/office/drawing/2014/main" id="{4742AC8B-F7F8-45CC-BFF5-27E8A564B8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44662" y="323519"/>
            <a:ext cx="4323899" cy="6212748"/>
          </a:xfrm>
          <a:custGeom>
            <a:avLst/>
            <a:gdLst>
              <a:gd name="connsiteX0" fmla="*/ 0 w 4323899"/>
              <a:gd name="connsiteY0" fmla="*/ 0 h 6212748"/>
              <a:gd name="connsiteX1" fmla="*/ 742501 w 4323899"/>
              <a:gd name="connsiteY1" fmla="*/ 0 h 6212748"/>
              <a:gd name="connsiteX2" fmla="*/ 4323899 w 4323899"/>
              <a:gd name="connsiteY2" fmla="*/ 0 h 6212748"/>
              <a:gd name="connsiteX3" fmla="*/ 4323899 w 4323899"/>
              <a:gd name="connsiteY3" fmla="*/ 2864954 h 6212748"/>
              <a:gd name="connsiteX4" fmla="*/ 880454 w 4323899"/>
              <a:gd name="connsiteY4" fmla="*/ 6212748 h 6212748"/>
              <a:gd name="connsiteX5" fmla="*/ 0 w 4323899"/>
              <a:gd name="connsiteY5" fmla="*/ 6212748 h 6212748"/>
              <a:gd name="connsiteX6" fmla="*/ 0 w 4323899"/>
              <a:gd name="connsiteY6" fmla="*/ 6210962 h 6212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23899" h="6212748">
                <a:moveTo>
                  <a:pt x="0" y="0"/>
                </a:moveTo>
                <a:lnTo>
                  <a:pt x="742501" y="0"/>
                </a:lnTo>
                <a:lnTo>
                  <a:pt x="4323899" y="0"/>
                </a:lnTo>
                <a:lnTo>
                  <a:pt x="4323899" y="2864954"/>
                </a:lnTo>
                <a:lnTo>
                  <a:pt x="880454" y="6212748"/>
                </a:lnTo>
                <a:lnTo>
                  <a:pt x="0" y="6212748"/>
                </a:lnTo>
                <a:lnTo>
                  <a:pt x="0" y="6210962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6" name="Right Triangle 39">
            <a:extLst>
              <a:ext uri="{FF2B5EF4-FFF2-40B4-BE49-F238E27FC236}">
                <a16:creationId xmlns:a16="http://schemas.microsoft.com/office/drawing/2014/main" id="{AF180F00-B4B2-4196-BB1C-ECD21B03F0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7" name="Rectangle 41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09F28679-3BC1-3B87-1BA5-53E88E369A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200" y="1383527"/>
            <a:ext cx="6117158" cy="417516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9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Volgende stappen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E5BC1E14-A76E-C946-8C7F-0D5F7D0FFA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013517" y="2671638"/>
            <a:ext cx="3086502" cy="159894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24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Planning voor de komende periode.</a:t>
            </a:r>
          </a:p>
        </p:txBody>
      </p:sp>
    </p:spTree>
    <p:extLst>
      <p:ext uri="{BB962C8B-B14F-4D97-AF65-F5344CB8AC3E}">
        <p14:creationId xmlns:p14="http://schemas.microsoft.com/office/powerpoint/2010/main" val="20185243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879EECFE-814E-4B68-96A7-86A795BD22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ight Triangle 36">
            <a:extLst>
              <a:ext uri="{FF2B5EF4-FFF2-40B4-BE49-F238E27FC236}">
                <a16:creationId xmlns:a16="http://schemas.microsoft.com/office/drawing/2014/main" id="{AF180F00-B4B2-4196-BB1C-ECD21B03F0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F2C61A9-E9DB-FAD8-AE19-914072AC88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200" y="1383527"/>
            <a:ext cx="6117158" cy="417516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9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Vragen en discussie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BD802F34-166B-F56A-2AC4-3C89773A1B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986955" y="2573422"/>
            <a:ext cx="3113064" cy="179537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24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Feedback en interactie.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BDF0D3DE-EC74-4C9F-AFA1-DC5CE5236B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53465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3436665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68</Words>
  <Application>Microsoft Office PowerPoint</Application>
  <PresentationFormat>Breedbeeld</PresentationFormat>
  <Paragraphs>14</Paragraphs>
  <Slides>7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3</vt:i4>
      </vt:variant>
      <vt:variant>
        <vt:lpstr>Thema</vt:lpstr>
      </vt:variant>
      <vt:variant>
        <vt:i4>1</vt:i4>
      </vt:variant>
      <vt:variant>
        <vt:lpstr>Diatitels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Kantoorthema</vt:lpstr>
      <vt:lpstr>Spot 'n Shot Status Update 2</vt:lpstr>
      <vt:lpstr>Projectoverzicht</vt:lpstr>
      <vt:lpstr>Voortgang tot nu toe</vt:lpstr>
      <vt:lpstr>Demonstraties</vt:lpstr>
      <vt:lpstr>Uitdagingen en oplossingen</vt:lpstr>
      <vt:lpstr>Volgende stappen</vt:lpstr>
      <vt:lpstr>Vragen en discussie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Bjarni Heselmans</dc:creator>
  <cp:lastModifiedBy>Bjarni Heselmans</cp:lastModifiedBy>
  <cp:revision>4</cp:revision>
  <dcterms:created xsi:type="dcterms:W3CDTF">2025-03-30T10:28:54Z</dcterms:created>
  <dcterms:modified xsi:type="dcterms:W3CDTF">2025-05-13T10:42:02Z</dcterms:modified>
</cp:coreProperties>
</file>